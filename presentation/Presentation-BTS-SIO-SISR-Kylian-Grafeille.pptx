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nom, formation, entreprise d'alternance. Remplacer le cercle par la photo (Insertion &gt; Image, puis rogner en cercle).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si la certification CCNA est obtenue (avec la date) ou s'il s'agit des modules Cisco NetAcad suivis en 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ou compléter ces exemples par les articles réellement lus sur Feedly, avec leur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izoxxx" TargetMode="External"/><Relationship Id="rId3" Type="http://schemas.openxmlformats.org/officeDocument/2006/relationships/hyperlink" Target="https://github.com/Kaizoxxx" TargetMode="External"/><Relationship Id="rId5" Type="http://schemas.openxmlformats.org/officeDocument/2006/relationships/hyperlink" Target="https://www.linkedin.com/in/kylian-grafeille-clement-a70776385/" TargetMode="External"/><Relationship Id="rId6" Type="http://schemas.openxmlformats.org/officeDocument/2006/relationships/hyperlink" Target="https://www.linkedin.com/in/kylian-grafeille-clement-a70776385/" TargetMode="External"/><Relationship Id="rId1" Type="http://schemas.openxmlformats.org/officeDocument/2006/relationships/image" Target="../media/image-15-1.png"/><Relationship Id="rId4" Type="http://schemas.openxmlformats.org/officeDocument/2006/relationships/image" Target="../media/image-1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 Support IT chez SIKA France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630168"/>
            <a:ext cx="5632704" cy="365760"/>
          </a:xfrm>
          <a:prstGeom prst="rect">
            <a:avLst/>
          </a:prstGeom>
          <a:solidFill>
            <a:srgbClr val="1C232D"/>
          </a:solidFill>
          <a:ln w="12700">
            <a:solidFill>
              <a:srgbClr val="1C23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39896"/>
            <a:ext cx="118872" cy="1188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3739896"/>
            <a:ext cx="118872" cy="11887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3739896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kylian@bts-sio:~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422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formation: 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BTS SIO option SISR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439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poste:     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IT / Réseaux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457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entreprise: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SIKA France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474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localisation: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Paris, France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200400" cy="320040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profil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ajouter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BTS SIO · Option SISR · Lycée Robert Schuman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91640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877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87752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formation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483864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8386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83864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79976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760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2760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691640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16916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91640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compétences de la formation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33008" y="2587752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7328" y="25877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587752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3483864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348386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7408" y="3483864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33008" y="4379976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07328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47408" y="4379976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276088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7328" y="52760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47408" y="52760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 Clément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ans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Paris, France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SIO option SISR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262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d'intérêt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846320" y="2606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260604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606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Jeux vidéo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06324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063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Sorties entre amis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26280" y="40690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800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321040" y="1691640"/>
            <a:ext cx="3322015" cy="4480560"/>
          </a:xfrm>
          <a:prstGeom prst="roundRect">
            <a:avLst>
              <a:gd name="adj" fmla="val 2202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410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08" y="2121408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641080" y="278892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l'informatique ?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8641080" y="3840480"/>
            <a:ext cx="26819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découvert le fonctionnement des ordinateurs en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et démontant des tours PC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membres de ma famille qui travaillent dans le domaine m'ont également transmis cet intérêt.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40280" y="2331720"/>
            <a:ext cx="7711135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148840"/>
            <a:ext cx="365760" cy="365760"/>
          </a:xfrm>
          <a:prstGeom prst="ellipse">
            <a:avLst/>
          </a:prstGeom>
          <a:solidFill>
            <a:srgbClr val="3FB950"/>
          </a:solidFill>
          <a:ln w="317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 –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SN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Numériques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Robert Schuman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730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Diplôme obtenu en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2968" y="2148840"/>
            <a:ext cx="365760" cy="365760"/>
          </a:xfrm>
          <a:prstGeom prst="ellipse">
            <a:avLst/>
          </a:prstGeom>
          <a:solidFill>
            <a:srgbClr val="58A6FF"/>
          </a:solidFill>
          <a:ln w="317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4208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– 2027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4208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78528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SIO – option SISR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78528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Robert Schuman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chez SIKA France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78528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323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8528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cours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68535" y="2148840"/>
            <a:ext cx="365760" cy="365760"/>
          </a:xfrm>
          <a:prstGeom prst="ellipse">
            <a:avLst/>
          </a:prstGeom>
          <a:solidFill>
            <a:srgbClr val="0D1117"/>
          </a:solidFill>
          <a:ln w="31750">
            <a:solidFill>
              <a:srgbClr val="8B949E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59775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Après 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59775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34095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professionnelle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534095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d'études envisagée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et formation pas encore choisies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34095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534095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Envisagé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Métier envisagé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informatique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J'aime l'informatique, et plus particulièrement le support informatique et les réseaux.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691640"/>
            <a:ext cx="5608015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1214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01168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BTS SIO SISR ?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269748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L'option SISR (Solutions d'Infrastructure, Systèmes et Réseaux) est orientée vers les systèmes, les réseaux et les infrastructures informatiques : elle correspond directement à mon projet.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35040" y="4023360"/>
            <a:ext cx="5608015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55080" y="4343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4531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434340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BTS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502920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souhaite éventuellement poursuivre avec une licence professionnelle.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nécessaires au métier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Réseaux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Adressage IP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Switchs Cisco, 3Com, Netgear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Routeurs D-Link, Netgear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4791456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791456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Modems / ADSL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516636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16636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d'accès Wi-Fi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554126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54126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591616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91616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90824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65144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72" y="2075688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665144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3665144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665144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7 / 10 / 11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665144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665144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Debian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665144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665144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Server 2022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665144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665144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Directory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233008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07328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6" y="2075688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507328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6507328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507328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VMware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507328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507328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VirtualBox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507328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507328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Hyper-V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9075191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9349511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239" y="2075688"/>
            <a:ext cx="329184" cy="329184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349511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sécurité</a:t>
            </a:r>
            <a:endParaRPr lang="en-US" sz="1600" dirty="0"/>
          </a:p>
        </p:txBody>
      </p:sp>
      <p:sp>
        <p:nvSpPr>
          <p:cNvPr id="51" name="Shape 45"/>
          <p:cNvSpPr/>
          <p:nvPr/>
        </p:nvSpPr>
        <p:spPr>
          <a:xfrm>
            <a:off x="9349511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9349511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de parc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9349511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349511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Messagerie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9349511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349511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 Office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9349511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349511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Cybersécurité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SIKA France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ajouter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SIKA FRANCE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840480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Secteur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/ industrie chimique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7538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46138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Localité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46138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Bourget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94597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23197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423197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1 200 – 1 500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423197" y="347472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5410048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489704"/>
            <a:ext cx="301752" cy="30175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4389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principale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2920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et développement de produits de spécialités chimiques pour le secteur du bâtiment.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33008" y="4160520"/>
            <a:ext cx="5410048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07328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4489704"/>
            <a:ext cx="301752" cy="30175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93128" y="4389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507328" y="498348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française du groupe suisse Sika : une direction et différents services, dont le service informatique.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507328" y="5742432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3B2E05"/>
          </a:solidFill>
          <a:ln w="12700">
            <a:solidFill>
              <a:srgbClr val="3B2E0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98768" y="5742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: principaux services / sites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équipe et ma place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96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 Jaouen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56032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informatique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74904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0690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97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Responsable / tuteur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Sylvain Negri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26080" y="493776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52578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7301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85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Alternant Support 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1691640"/>
            <a:ext cx="5973775" cy="4480560"/>
          </a:xfrm>
          <a:prstGeom prst="roundRect">
            <a:avLst>
              <a:gd name="adj" fmla="val 1633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056" y="2139696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035040" y="2880360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place dans l'entreprise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566160"/>
            <a:ext cx="52422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intégré au </a:t>
            </a:r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informatique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J'interviens également auprès des </a:t>
            </a:r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services de l'entreprise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leur apporter une assistance informatique.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ma formation et à mon alternance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494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IP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réseau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réseau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2538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22494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2618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des postes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virtuelles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2117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22494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42197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aux utilisateurs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problèmes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/ configuration de logiciels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des postes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Compétences professionnelles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390824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90824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233008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33008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075191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075191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compétences de la 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deux années de BTS SIO option SISR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951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IP, configuration et diagnostic réseau, Wi-Fi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0824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5144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28" y="22951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65144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Windows Server, Linux Debian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33008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07328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22951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Assistance, diagnostic, résolution d'incidents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75191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49511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095" y="229514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49511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349511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DHCP, DNS, gestion de parc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67258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pratiques, sécurisation des postes et du réseau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90824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665144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728" y="4672584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665144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3665144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VMware, VirtualBox, Hyper-V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233008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507328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912" y="4672584"/>
            <a:ext cx="301752" cy="30175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07328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service informatique et les autres services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9075191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349511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95" y="4672584"/>
            <a:ext cx="301752" cy="30175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349511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9349511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et suivi des demandes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0" y="2103120"/>
            <a:ext cx="6339535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265176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1BA0D7"/>
          </a:solidFill>
          <a:ln w="12700">
            <a:solidFill>
              <a:srgbClr val="1BA0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92608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CCNA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794760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Certified Network Associate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43600" y="4434840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3B2E05"/>
          </a:solidFill>
          <a:ln w="12700">
            <a:solidFill>
              <a:srgbClr val="3B2E0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4434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/ date à préciser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72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557C94"/>
          </a:solidFill>
          <a:ln w="12700">
            <a:solidFill>
              <a:srgbClr val="557C9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804" y="2587752"/>
            <a:ext cx="859536" cy="8595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Linux dédiée aux tests de sécurité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0824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88956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988" y="2587752"/>
            <a:ext cx="859536" cy="859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3704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65144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utilisateurs, groupes et postes du domaine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31140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BA0D7"/>
          </a:solidFill>
          <a:ln w="12700">
            <a:solidFill>
              <a:srgbClr val="1BA0D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172" y="2587752"/>
            <a:ext cx="859536" cy="8595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15888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507328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des switchs et routeurs Cisco (configuration en ligne de commande)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75191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73323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607078"/>
          </a:solidFill>
          <a:ln w="12700">
            <a:solidFill>
              <a:srgbClr val="60707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9355" y="2587752"/>
            <a:ext cx="859536" cy="8595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58071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49511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de serveurs et de postes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Sujet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cybersécurité des objets connectés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2095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310896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sujet 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7947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Caméras, imprimantes, badgeuses, capteurs… de plus en plus présents et souvent mal sécurisés : une porte d'entrée sur le réseau.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avec le BTS SIO SISR et mon projet de technicien support et réseaux.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38218" y="28346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2538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32095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52618" y="310896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Feedly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379476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Agrégateur de flux RSS : il regroupe au même endroit les articles de mes sources pour suivre l'actualité du sujet et conserver les articles importants.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612538" y="5532120"/>
            <a:ext cx="2966618" cy="365760"/>
          </a:xfrm>
          <a:prstGeom prst="roundRect">
            <a:avLst>
              <a:gd name="adj" fmla="val 12500"/>
            </a:avLst>
          </a:prstGeom>
          <a:solidFill>
            <a:srgbClr val="3B2E05"/>
          </a:solidFill>
          <a:ln w="12700">
            <a:solidFill>
              <a:srgbClr val="3B2E0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3978" y="553212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Feedly à ajouter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27797" y="28346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02117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320954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42197" y="310896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suivies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8402117" y="3840480"/>
            <a:ext cx="296661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402117" y="3840480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CERT-FR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02117" y="4343400"/>
            <a:ext cx="296661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402117" y="4343400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 – Actualité CNIL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402117" y="4846320"/>
            <a:ext cx="296661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402117" y="4846320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 Security Foundation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402117" y="5349240"/>
            <a:ext cx="296661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402117" y="5349240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Gen AI Security Project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: présentation du sujet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9659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 marquant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2402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botnet Mirai (2016)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74320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caméras et box utilisant des mots de passe par défaut piratées pour mener une attaque DDoS massive.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7328" y="19659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20939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76008" y="19659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Dernière avancée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76008" y="22402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RED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376008" y="274320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1er août 2025, les équipements radio vendus dans l'UE doivent respecter des exigences de cybersécurité.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1148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171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91640" y="43891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Nouvelle importante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691640" y="46634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Act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1691640" y="516636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européen en vigueur depuis décembre 2024 : produits connectés sécurisés dès la conception et mis à jour.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33008" y="41148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07328" y="4389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45171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76008" y="43891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Actualité récente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376008" y="46634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: signalement des failles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7376008" y="516636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septembre 2026, les fabricants doivent signaler les vulnérabilités activement exploitées.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Retrouvez-moi sur 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6118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6E5494"/>
          </a:solidFill>
          <a:ln w="12700">
            <a:solidFill>
              <a:srgbClr val="6E5494"/>
            </a:solidFill>
            <a:prstDash val="solid"/>
          </a:ln>
        </p:spPr>
      </p:sp>
      <p:pic>
        <p:nvPicPr>
          <p:cNvPr id="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858768"/>
            <a:ext cx="694944" cy="6949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468880" y="3703320"/>
            <a:ext cx="321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251960"/>
            <a:ext cx="330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github.com/Kaizoxxx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33008" y="320040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44488" y="36118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376" y="3858768"/>
            <a:ext cx="694944" cy="6949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53248" y="3703320"/>
            <a:ext cx="321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8153248" y="4251960"/>
            <a:ext cx="330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linkedin.com/in/kylian-grafeille-clement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BTS SIO SISR – Kylian Grafeille Clément</dc:title>
  <dc:subject>PptxGenJS Presentation</dc:subject>
  <dc:creator>Kylian Grafeille Clément</dc:creator>
  <cp:lastModifiedBy>Kylian Grafeille Clément</cp:lastModifiedBy>
  <cp:revision>1</cp:revision>
  <dcterms:created xsi:type="dcterms:W3CDTF">2026-09-28T20:02:45Z</dcterms:created>
  <dcterms:modified xsi:type="dcterms:W3CDTF">2026-09-28T20:02:45Z</dcterms:modified>
</cp:coreProperties>
</file>